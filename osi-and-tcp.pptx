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C39C8-F570-43B7-8F96-6226D82AB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D7B55F-F9A5-4B51-929A-2F8D3F45C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73B52D-324F-4987-82D5-3C2A4C52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8F5A2-09E5-42BF-B3ED-DAABF923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9F405-7823-4E67-A9A2-E3AA5E42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554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C7E10-C57C-47AE-82B4-854EE3D3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BF4F8D-14A0-4639-836A-1DBAC6F08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43C15C-BCB4-49DF-B3E4-2B1DB1996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20EA39-CCFB-4D95-A60F-DC87B8B1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47028-0489-4557-B2C2-57C99907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02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3CF7F-B633-47B2-938E-1636C972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A2E48C-4588-4510-80F7-2379D2D12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93D2B0-44C3-4F61-96D8-7FA2FC4F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6E874-CF03-4891-9CE5-51356F9A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EDC746-59A6-4B0F-A86E-764B3315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30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5A06B-C737-49A1-8C7B-B10E10D71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F994FB-65BD-4283-A76B-3F6857113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84D9B5-8AB6-4D28-B67B-E1665F56F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9C329C-D739-4356-A00B-79F4CE9F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D8EBF0-A2B4-4FFC-8644-96ACF40D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34B555-51E1-4493-A96C-58FC842F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005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41E24-D9EE-4ED9-B3DC-B1BB677A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16DD8C-C44F-42EC-9A6C-618F7C8E7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6F6D57-A3E8-453E-8DD6-3A391B84C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AB3F54-A850-44C4-8943-9724119F1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D062CF-6D0F-4D09-AEAD-EF7244339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0DF1C8-765F-4A37-BBA9-E8F4C48D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1B9568-B11E-406D-AC9F-B0890D2B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6B633C-07E8-4B28-AABD-11D38E6F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B477B-7448-47BF-BEB9-8BA970BC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65E2D-C9A9-4070-9700-51398152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046907-427C-4B02-8F73-55A4A653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5D3AC2-AD32-4058-A24A-6F335A31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00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ED9D317-E6E0-496D-AE4C-79C4341A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908BD49-6462-43A8-9B82-BF28A54D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747043-5034-4B2A-BE2E-CA49B2B4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16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42BD7-1AE4-4EC8-AABB-111916A5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2F3948-568E-48E6-B5A0-95E450ECE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1149F3-4848-4FB6-BFD9-1F13872D2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CD85B3-9647-47AE-A4E5-DABC6C11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F3D0A5-135C-4FFE-8888-03448F67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CBC57B-1668-40C6-9056-89100C54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48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57B92-0EB2-48DC-8452-57F27492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2D51E7-F22A-445A-8B7B-8C0555469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26C467-1530-4D4B-B4F7-57086E1C1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D9E4D1-1141-44AA-8A33-E3752E0D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B2B0C8-17C9-45F5-88F7-AB59BCF0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BBFE30-2B64-43AF-912D-ECE8A489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22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12E52-D5E9-4315-9A0C-EA03B90F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EDCF95-578E-4539-84BA-80E977944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6434C3-4D65-447C-9FE3-83F8AB78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B2AE8D-50B9-447A-AD60-777BA9B1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C6E04-7167-4D00-B68C-A44BEFD3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97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3A49E4-DA23-4011-A46D-F4537C92F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816F44-4EE0-465F-AF01-F23C67875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BFB9A-6FD0-400C-8DDD-27B7D90B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6A902-22C2-4E31-A030-1C7A0BB47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CFFD1D-F6BB-4668-876E-AB92A35B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71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87E9FB-DFE3-40D5-86BE-326A02BB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B23A6A-492F-4C37-8939-97E744D71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57FB1-2F99-43CF-B964-48943170C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4CCF5-B1A3-4CBF-B356-6906A070855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96F2C-40AD-4537-B76D-9B26291AE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15C46-62AF-45F9-9445-8E1FA406A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0EFF5-2C8E-45E4-AC01-9537D12D81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35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E8B9F99-4531-4F9E-9DCE-8E7C76508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229082"/>
              </p:ext>
            </p:extLst>
          </p:nvPr>
        </p:nvGraphicFramePr>
        <p:xfrm>
          <a:off x="0" y="0"/>
          <a:ext cx="12192000" cy="715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695">
                  <a:extLst>
                    <a:ext uri="{9D8B030D-6E8A-4147-A177-3AD203B41FA5}">
                      <a16:colId xmlns:a16="http://schemas.microsoft.com/office/drawing/2014/main" val="14506613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56897517"/>
                    </a:ext>
                  </a:extLst>
                </a:gridCol>
                <a:gridCol w="2349305">
                  <a:extLst>
                    <a:ext uri="{9D8B030D-6E8A-4147-A177-3AD203B41FA5}">
                      <a16:colId xmlns:a16="http://schemas.microsoft.com/office/drawing/2014/main" val="314365287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16057854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03532695"/>
                    </a:ext>
                  </a:extLst>
                </a:gridCol>
              </a:tblGrid>
              <a:tr h="1123200">
                <a:tc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OSI Model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Layer</a:t>
                      </a:r>
                    </a:p>
                    <a:p>
                      <a:pPr algn="ctr" latinLnBrk="1"/>
                      <a:r>
                        <a:rPr lang="en-US" altLang="ko-KR" sz="3300" dirty="0"/>
                        <a:t>Number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TCP/IP Layer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Other</a:t>
                      </a:r>
                    </a:p>
                    <a:p>
                      <a:pPr algn="ctr" latinLnBrk="1"/>
                      <a:r>
                        <a:rPr lang="en-US" altLang="ko-KR" sz="3300" dirty="0"/>
                        <a:t>protocol</a:t>
                      </a:r>
                      <a:endParaRPr lang="ko-KR" altLang="en-US" sz="3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125637"/>
                  </a:ext>
                </a:extLst>
              </a:tr>
              <a:tr h="76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Alligator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Application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SSH, FTP</a:t>
                      </a:r>
                    </a:p>
                    <a:p>
                      <a:pPr algn="ctr" latinLnBrk="1"/>
                      <a:r>
                        <a:rPr lang="en-US" altLang="ko-KR" sz="3300" dirty="0"/>
                        <a:t>Telnet</a:t>
                      </a:r>
                    </a:p>
                    <a:p>
                      <a:pPr algn="ctr" latinLnBrk="1"/>
                      <a:r>
                        <a:rPr lang="en-US" altLang="ko-KR" sz="3300" dirty="0"/>
                        <a:t>SMTP</a:t>
                      </a:r>
                    </a:p>
                    <a:p>
                      <a:pPr algn="ctr" latinLnBrk="1"/>
                      <a:r>
                        <a:rPr lang="en-US" altLang="ko-KR" sz="3300" dirty="0"/>
                        <a:t>POP3</a:t>
                      </a:r>
                      <a:endParaRPr lang="ko-KR" altLang="en-US" sz="3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952114"/>
                  </a:ext>
                </a:extLst>
              </a:tr>
              <a:tr h="112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Presentation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742485"/>
                  </a:ext>
                </a:extLst>
              </a:tr>
              <a:tr h="76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Steve’s 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Session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951540"/>
                  </a:ext>
                </a:extLst>
              </a:tr>
              <a:tr h="76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Transport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UDP, SCTP</a:t>
                      </a:r>
                      <a:endParaRPr lang="ko-KR" altLang="en-US" sz="3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518507"/>
                  </a:ext>
                </a:extLst>
              </a:tr>
              <a:tr h="76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Network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IPv6, ARP</a:t>
                      </a:r>
                      <a:endParaRPr lang="ko-KR" altLang="en-US" sz="3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398321"/>
                  </a:ext>
                </a:extLst>
              </a:tr>
              <a:tr h="76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Data Link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HDLC, Frame Relay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474594"/>
                  </a:ext>
                </a:extLst>
              </a:tr>
              <a:tr h="76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33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Physical</a:t>
                      </a:r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526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91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45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 HWAN KIM</dc:creator>
  <cp:lastModifiedBy>SE HWAN KIM</cp:lastModifiedBy>
  <cp:revision>2</cp:revision>
  <dcterms:created xsi:type="dcterms:W3CDTF">2020-07-12T11:04:31Z</dcterms:created>
  <dcterms:modified xsi:type="dcterms:W3CDTF">2020-07-12T13:08:53Z</dcterms:modified>
</cp:coreProperties>
</file>